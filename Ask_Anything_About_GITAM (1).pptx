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Anything About GITAM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intelligent AI-powered chatbot designed to answer any question about GITAM University</a:t>
            </a:r>
          </a:p>
          <a:p/>
          <a:p>
            <a:r>
              <a:t>Built using Google Gemini, n8n Automation, and Lovable AI</a:t>
            </a:r>
          </a:p>
          <a:p/>
          <a:p>
            <a:r>
              <a:t>Team:</a:t>
            </a:r>
          </a:p>
          <a:p>
            <a:r>
              <a:t>Arnav Rai</a:t>
            </a:r>
          </a:p>
          <a:p>
            <a:r>
              <a:t>Lakshmi Rajesh Chinta</a:t>
            </a:r>
          </a:p>
          <a:p>
            <a:r>
              <a:t>Rahul Mandava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Anything About GITAM is an AI-driven chatbot that provides instant, verified information about GITAM Deemed University.</a:t>
            </a:r>
          </a:p>
          <a:p/>
          <a:p>
            <a:r>
              <a:t>It helps students and parents quickly access details about courses, fees, admissions, academics, and campus life.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Gemini – Natural Language Understanding</a:t>
            </a:r>
          </a:p>
          <a:p>
            <a:r>
              <a:t>• n8n Automation – Backend workflow management</a:t>
            </a:r>
          </a:p>
          <a:p>
            <a:r>
              <a:t>• Lovable AI – Interactive frontend UI</a:t>
            </a:r>
          </a:p>
          <a:p>
            <a:r>
              <a:t>• HTTP Nodes – Fetch real-time GITAM data</a:t>
            </a:r>
          </a:p>
          <a:p>
            <a:r>
              <a:t>• Webhook Integration – Frontend-backend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a query in the chatbot</a:t>
            </a:r>
          </a:p>
          <a:p>
            <a:r>
              <a:t>2. Query is sent to n8n via webhook</a:t>
            </a:r>
          </a:p>
          <a:p>
            <a:r>
              <a:t>3. Gemini processes the question</a:t>
            </a:r>
          </a:p>
          <a:p>
            <a:r>
              <a:t>4. Data fetched from GITAM sources</a:t>
            </a:r>
          </a:p>
          <a:p>
            <a:r>
              <a:t>5. Accurate response shown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User: What is the fee structure for B.Tech CSE at GITAM?</a:t>
            </a:r>
          </a:p>
          <a:p/>
          <a:p>
            <a:r>
              <a:t>Chatbot Response:</a:t>
            </a:r>
          </a:p>
          <a:p>
            <a:r>
              <a:t>Provides accurate fee details based on selected campus (Visakhapatnam / Hyderabad / Bengaluru).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Q&amp;A system</a:t>
            </a:r>
          </a:p>
          <a:p>
            <a:r>
              <a:t>• Natural conversational responses</a:t>
            </a:r>
          </a:p>
          <a:p>
            <a:r>
              <a:t>• Automated workflow using n8n</a:t>
            </a:r>
          </a:p>
          <a:p>
            <a:r>
              <a:t>• Clean and responsive UI</a:t>
            </a:r>
          </a:p>
          <a:p>
            <a:r>
              <a:t>• Highly scalable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Conversational memory</a:t>
            </a:r>
          </a:p>
          <a:p>
            <a:r>
              <a:t>• Student portal integration</a:t>
            </a:r>
          </a:p>
          <a:p>
            <a:r>
              <a:t>• Direct integration with official APIs</a:t>
            </a:r>
          </a:p>
          <a:p>
            <a:r>
              <a:t>• Personalized responses for students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AI and automation can transform university information access.</a:t>
            </a:r>
          </a:p>
          <a:p/>
          <a:p>
            <a:r>
              <a:t>By combining Google Gemini, n8n, and Lovable AI, we created a smart, scalable, and user-friendly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